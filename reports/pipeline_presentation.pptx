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Transaction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B82F6"/>
                </a:solidFill>
              </a:rPr>
              <a:t>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B4D0"/>
                </a:solidFill>
              </a:rPr>
              <a:t>Built with Claude Code  ·  April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C98B8"/>
                </a:solidFill>
              </a:rPr>
              <a:t>XGBoost  ·  ROC-AUC 0.9999  ·  10,000 transactions  ·  2% anomaly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515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①  10,000 transactions with 2.00% anomaly rate — 200 fraudulent events per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0515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②  Manual detection requires analyst review of flagged transactions each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10515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③  Goal: automated real-time anomaly scoring with &lt;100ms latency via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Overview</a:t>
            </a:r>
          </a:p>
        </p:txBody>
      </p:sp>
      <p:pic>
        <p:nvPicPr>
          <p:cNvPr id="4" name="Picture 3" descr="01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3200400"/>
          </a:xfrm>
          <a:prstGeom prst="rect">
            <a:avLst/>
          </a:prstGeom>
        </p:spPr>
      </p:pic>
      <p:pic>
        <p:nvPicPr>
          <p:cNvPr id="5" name="Picture 4" descr="02_anomaly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10,000 rows  ·  19 engineered features  ·  2.00% anomaly rate  ·  6 merchant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Pipeline</a:t>
            </a:r>
          </a:p>
        </p:txBody>
      </p:sp>
      <p:pic>
        <p:nvPicPr>
          <p:cNvPr id="4" name="Picture 3" descr="04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0292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1051560"/>
            <a:ext cx="269748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078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Check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51560"/>
            <a:ext cx="141732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078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051560"/>
            <a:ext cx="123444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38360" y="10789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Rows Affected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399032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43560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file_non_empty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99032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3560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399032"/>
            <a:ext cx="1234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43560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746504"/>
            <a:ext cx="269748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78308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required_columns_present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46504"/>
            <a:ext cx="1417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7830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746504"/>
            <a:ext cx="12344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7830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093976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13055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no_duplicate_ids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093976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305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093976"/>
            <a:ext cx="1234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1305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441448"/>
            <a:ext cx="269748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247802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amount_non_negative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441448"/>
            <a:ext cx="1417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47802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441448"/>
            <a:ext cx="12344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47802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788920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282549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null_threshold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788920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8254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2788920"/>
            <a:ext cx="1234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28254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136392"/>
            <a:ext cx="269748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317296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anomaly_rate_plausible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136392"/>
            <a:ext cx="1417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1729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3136392"/>
            <a:ext cx="12344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31729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3483864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2120" y="352044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amount_bounds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483864"/>
            <a:ext cx="1417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52044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483864"/>
            <a:ext cx="12344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38360" y="352044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3831336"/>
            <a:ext cx="269748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2120" y="386791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valid_categories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831336"/>
            <a:ext cx="1417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38679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3831336"/>
            <a:ext cx="12344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386791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474720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0.9999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05840"/>
            <a:ext cx="347472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051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0.997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005840"/>
            <a:ext cx="3474720" cy="128016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051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0.9831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F1 Score</a:t>
            </a:r>
          </a:p>
        </p:txBody>
      </p:sp>
      <p:pic>
        <p:nvPicPr>
          <p:cNvPr id="13" name="Picture 12" descr="01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68880"/>
            <a:ext cx="11430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Algorithm: XGBoost  ·  Trained on 7000 samples  ·  RandomizedSearchCV (12 iterations)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Dashboard</a:t>
            </a:r>
          </a:p>
        </p:txBody>
      </p:sp>
      <p:pic>
        <p:nvPicPr>
          <p:cNvPr id="3" name="Picture 2" descr="01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24712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B4D0"/>
                </a:solidFill>
              </a:rPr>
              <a:t>Accessible at http://localhost:8000  ·  Swagger UI at 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Automated Quality Gates</a:t>
            </a:r>
          </a:p>
        </p:txBody>
      </p:sp>
      <p:pic>
        <p:nvPicPr>
          <p:cNvPr id="4" name="Picture 3" descr="03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486400" cy="3474720"/>
          </a:xfrm>
          <a:prstGeom prst="rect">
            <a:avLst/>
          </a:prstGeom>
        </p:spPr>
      </p:pic>
      <p:pic>
        <p:nvPicPr>
          <p:cNvPr id="5" name="Picture 4" descr="04_swagger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6692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663440"/>
            <a:ext cx="121889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8 unit tests passed   ·   ✓  6 Playwright E2E tests passed   ·   0 failures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PIPELINE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Model      :  XGBoost — ROC-AUC 0.9999 · F1 0.9831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API          :  http://localhost:8000  (FastAPI + Tailwind 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GitHub    :  https://github.com/heramb-analytics/claude-code-ml-pipeline-demo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Tests       :  8 unit tests passed  ·  6 Playwright E2E 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Scheduler :  Nightly retrain @ 02:00  ·  Drift check every 6h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Built by    :  Claude Code (Sonnet 4.6)  ·  Fully autonomous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